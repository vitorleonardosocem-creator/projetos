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JogoSocem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Pontuação de Assiduidade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às Chefias — Abril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JogoSocem?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gamificação de assiduidade e pontualidade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 pontos automaticamente a cada colaborador, todos os dias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retirados diretamente do Sinex (sem intervenção manual)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promover o cumprimento do horário e tornar o desempenho visível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25603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560320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registos de login/logout dos colaboradores nas máquinas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DIÁRIO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560320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96596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dias de manhã, o sistema calcula automaticamente os pontos do dia anterior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5603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0760" y="1874520"/>
            <a:ext cx="2560320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96596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Rankings, pontuações individuais, loja de prémios e painel de administração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Pontuação Diária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463040"/>
                <a:gridCol w="3383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Registadas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7,2 horas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Saiu mais cedo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7,2h a 9,2h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Cumpriu o horário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9,2 horas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 esquecido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registo de saída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fez logout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registo no 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Folga / ausência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 e fins de semana não são contabilizados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Bónus Semanal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097280"/>
            <a:ext cx="5120640" cy="1371600"/>
          </a:xfrm>
          <a:prstGeom prst="rect">
            <a:avLst/>
          </a:prstGeom>
          <a:solidFill>
            <a:srgbClr val="D5E8F0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11430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Ponto Extra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todos os dias úteis da semana forem +1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completa: Segunda a Sexta, todos com +1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Bónus atribuído automaticamente na segunda-feira seguinte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5 dias × +1 = 5 pontos + 1 bónus = 6 pontos na semana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ao cumprimento consistente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dos Colaboradores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colaborador identificado pelo EmployeeID único do Sinex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confusão entre colaboradores com o mesmo nome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em múltiplas secções: horas somam-se automaticamente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colaboradores criados automaticamente no primeiro registo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— Ecrã Público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 em TV na fábrica, sem necessidade de login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geral de todos os colaboradores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por departamento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automática em tempo real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Colaborador &amp; Loja de Prémios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Pessoal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840480" cy="2606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3566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individual para cada colaborador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pontuação atual e posição no ranking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pontos ganhos e perdidos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de Prémios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3840480" cy="2606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91640"/>
            <a:ext cx="3566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pontos por prémios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dias de folga, vales de refeição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Prémios configuráveis pela empresa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para Administradores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completa de todos os colaboradores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manual de pontos (com justificação)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Reprocessamento de períodos anteriores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contas de utilizador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dados para Excel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Totalmente Automático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92608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Terça a Sexta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1430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840480" y="1143000"/>
            <a:ext cx="484632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1430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o dia anterior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92608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Segunda-feira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40480" y="1965960"/>
            <a:ext cx="484632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9659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sexta-feira + calcula bónus semanal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292608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 / Fim de semana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840480" y="2788920"/>
            <a:ext cx="484632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7889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não corre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intervenção manual necessária no dia-a-dia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Aceder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Ecrã TV (público)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http://192.168.10.156:8003/tv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login necessário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http://192.168.10.156:8003/login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individual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http://192.168.10.156:8003/login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total ao painel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Automático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sem trabalho manual diário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Tempo Real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diretamente do Sinex, sempre atualizados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146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cada colaborador vê a sua pontuação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004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Justo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regras claras e iguais para todos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862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Configurável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prémios e regras adaptáveis às necessidades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JogoSocem — SOCEM, Abril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JogoSocem — Sistema de Pontuação de Assiduidade</dc:title>
  <dc:subject>PptxGenJS Presentation</dc:subject>
  <dc:creator>SOCEM</dc:creator>
  <cp:lastModifiedBy>SOCEM</cp:lastModifiedBy>
  <cp:revision>1</cp:revision>
  <dcterms:created xsi:type="dcterms:W3CDTF">2026-04-21T09:44:58Z</dcterms:created>
  <dcterms:modified xsi:type="dcterms:W3CDTF">2026-04-21T09:44:58Z</dcterms:modified>
</cp:coreProperties>
</file>