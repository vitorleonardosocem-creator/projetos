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764BA2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JogoScore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4B5FD"/>
                </a:solidFill>
              </a:rPr>
              <a:t>Sistema de Gamificação de Colaboradores — SOCEM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4572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8BFA"/>
                </a:solidFill>
              </a:rPr>
              <a:t>Apresentação à Direção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54880"/>
            <a:ext cx="1371600" cy="41148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SINEX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4754880"/>
            <a:ext cx="16459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4754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IDOntime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que é o JogoScore?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651760" cy="109728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06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2A44"/>
                </a:solidFill>
              </a:rPr>
              <a:t>Motivação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Transforma o cumprimento de regras e objetivos do dia-a-dia em pontos e recompensas visíveis.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6002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2651760" cy="109728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1783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606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2A44"/>
                </a:solidFill>
              </a:rPr>
              <a:t>Integração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Liga-se automaticamente ao SINEX (assiduidade) e ao IDOntime (picagens) sem intervenção manual.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16002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25896" y="160020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5896" y="1783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2606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2A44"/>
                </a:solidFill>
              </a:rPr>
              <a:t>Competição Saudável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Ranking individual e por departamento visible a todos, promovendo o espírito de equipa.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8824" y="16002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78824" y="1600200"/>
            <a:ext cx="26517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78824" y="17830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🛍️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606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2A44"/>
                </a:solidFill>
              </a:rPr>
              <a:t>Loja de Recompensas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32004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Os pontos ganhos podem ser trocados por prémios reais definidos pela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Sistemas Integrados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394960" cy="50292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 SINEX — Assiduidade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Registo diário de presenças via sistema SINEX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Processamento automático todas as manhãs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Analisa se o colaborador esteve presente e cumpriu o turno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+1 ponto por dia de presença válida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-1 ponto por falta ou ausência injustificada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Bónus de +1 pela semana completa (seg → sex) sem faltas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Exclui feriados nacionais e municipal (Alcobaça 20 Ago)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54480"/>
            <a:ext cx="5852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554480"/>
            <a:ext cx="585216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727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🕐  IDOntime — Picagens de Ponto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Leitura das picagens de entrada/saída do IDOnics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Processamento automático todas as manhãs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Verifica se o colaborador atingiu o objetivo de horas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+1 ponto se as horas efectivas &gt;= objetivo do plano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-1 ponto se tem picagens mas não atinge o objetivo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Regra dos 30 min: tolerância por entrada tardia/saída cedo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Turnos nocturnos: combina picagens do dia D e D+1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A44"/>
                </a:solidFill>
              </a:rPr>
              <a:t>•  Bónus de +1 pela semana completa (seg → sex) sem falhas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Lógica de Pontos — SINEX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560320" cy="50292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 Fonte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O job lê o SINEX diariamente.
Verifica presenças e ausências de cada colaborador.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6002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2560320" cy="502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627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2. Cálculo do Ponto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24028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+1 → Presente e com registo válido
−1 → Ausência ou falta
 0 → Feriado ou dia não útil (ignorado)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6517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16002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25896" y="1600200"/>
            <a:ext cx="2560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627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3. Bónus Semanal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24028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Na segunda-feira verifica a semana anterior.
Se teve +1 de seg a sex → recebe +1 extra.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26517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8824" y="16002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78824" y="1600200"/>
            <a:ext cx="25603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1627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4. Resultado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24028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Pontos acumulados no ranking individual
e ranking por departamento.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03520"/>
            <a:ext cx="11521440" cy="8229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218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7EEA"/>
                </a:solidFill>
              </a:rPr>
              <a:t>ℹ️  Anti-duplicação garantida: cada dia só pode ter um registo por colaborador. O sistema faz UPSERT — se re-processar, atualiza sem duplicar.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🕐  Lógica de Pontos — IDOntime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5778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5778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Regras de Pontuação Diária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557784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219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</a:rPr>
              <a:t>✅  +1 ponto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219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</a:rPr>
              <a:t>Horas efectivas ≥ objetivo do plano de trabalho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07208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</a:rPr>
              <a:t>❌  −1 ponto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</a:rPr>
              <a:t>Tem picagens mas não atinge o mínimo de horas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65576"/>
            <a:ext cx="557784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3872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</a:rPr>
              <a:t>⏭   0 pontos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387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</a:rPr>
              <a:t>Sem picagens (folga ou ausência) — ignorado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23944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970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</a:rPr>
              <a:t>⭐  +1 bónus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19709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</a:rPr>
              <a:t>Semana completa sem falhas (seg → sex) — segunda-feira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782312"/>
            <a:ext cx="557784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5546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</a:rPr>
              <a:t>✏️ 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8554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</a:rPr>
              <a:t>Admin pode atribuir pontos manuais com motivo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554480"/>
            <a:ext cx="56235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554480"/>
            <a:ext cx="562356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572768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⏱  Regra dos 30 Minutos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031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Entrada tardia → acrescenta 30 min por fracção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Saída antecipada → desconta 30 min por fracção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Regresso tardio da pausa → acrescenta 30 min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Entrada antecipada → sem bónus (conta hora marcada)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657600"/>
            <a:ext cx="56235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657600"/>
            <a:ext cx="56235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675887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🌙  Turnos Nocturnos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Entrada ≥ 20:00 → turno nocturno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Combina picagens do dia D com as do dia D+1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Garante contagem correcta de horas contínuas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⭐  Bónus de Semana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11521440" cy="1097280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3500"/>
                </a:solidFill>
              </a:rPr>
              <a:t>Todos os colaboradores (SINEX e IDOntime) que cumprirem todos os dias úteis de segunda a sexta sem nenhuma penalização recebem automaticamente +1 ponto bónus na segunda-feira seguinte.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1783080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Segunda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2834640"/>
            <a:ext cx="1783080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2880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Terça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33375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+1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2834640"/>
            <a:ext cx="1783080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880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Quarta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3375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2824" y="2834640"/>
            <a:ext cx="1783080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2880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Quinta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3375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+1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7072" y="2834640"/>
            <a:ext cx="1783080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880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Sexta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33756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461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2834640"/>
            <a:ext cx="123444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88036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38328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Bónus
+1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09160"/>
            <a:ext cx="11521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2A44"/>
                </a:solidFill>
              </a:rPr>
              <a:t>•  Processado automaticamente na segunda-feira pelo job diário (SINEX e IDOntime)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A44"/>
                </a:solidFill>
              </a:rPr>
              <a:t>•  Se a semana tiver feriado(s), tem menos dias úteis — o bónus não é atribuído nessa semana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A44"/>
                </a:solidFill>
              </a:rPr>
              <a:t>•  Anti-duplicação: o bónus só é dado uma vez por semana por colaborador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2A44"/>
                </a:solidFill>
              </a:rPr>
              <a:t>•  Também é aplicado ao reprocessar intervalos históricos (recálculo retroativo)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da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91440" cy="219456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Vista geral com ranking global,
leaderboard por pontos e
acesso rápido a todas as áreas.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5448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554480"/>
            <a:ext cx="91440" cy="219456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31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Departamentos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4320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Ranking de departamentos com
pontos totais, média por pessoa
e top 3 destacado.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55448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1554480"/>
            <a:ext cx="91440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31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Perfil Colaborador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74320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Histórico de pontos individual,
ranking no departamento e
na empresa.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3192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9144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🛍️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Loja de Prémios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Catálogo de recompensas.
Colaborador gasta pontos
para resgatar prémios.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93192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3931920"/>
            <a:ext cx="91440" cy="2194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7091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Relatório Mensal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12064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Análise por mês: melhor
colaborador, mais consistente
e stats por departamento.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393192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20" y="3931920"/>
            <a:ext cx="91440" cy="2194560"/>
          </a:xfrm>
          <a:prstGeom prst="rect">
            <a:avLst/>
          </a:prstGeom>
          <a:solidFill>
            <a:srgbClr val="069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7091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Área de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12064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Gestão de contas, atribuição
manual de pontos, reprocessamento
e sincronização.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⚙️  Área de Administração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349240" cy="4572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👥  Gestão de Utilizadores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Colaboradores SINEX — criar, listar, ver histórico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Colaboradores IDOntime — associar a departamentos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Contas de Login — criar acesso individual à plataforma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6002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600200"/>
            <a:ext cx="5349240" cy="45720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27632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 Atribuição de Pontos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4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Atribuição manual de pontos a qualquer colaborador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Suporte a SINEX e IDOntime em separado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Motivo obrigatório, anti-duplicação por UUID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16052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160520"/>
            <a:ext cx="53492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  Reprocessamento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Reprocessar SINEX para qualquer intervalo de datas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Reprocessar IDOntime com recálculo de picagens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Bónus semanal retroativo incluído no reprocessamento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416052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4160520"/>
            <a:ext cx="53492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187952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Relatórios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70916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Relatório mensal com top colaboradores e destaques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Stats por departamento com total e média de pontos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F2A44"/>
                </a:solidFill>
              </a:rPr>
              <a:t>•  Exportação para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🏗️  Arquitectura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194560" cy="1005840"/>
          </a:xfrm>
          <a:prstGeom prst="rect">
            <a:avLst/>
          </a:prstGeom>
          <a:solidFill>
            <a:srgbClr val="1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SINEX
(Base de dados)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219456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IDOnics
(Base de dados)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28800"/>
            <a:ext cx="2560320" cy="128016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sinex_job.py
Job diário automático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383280"/>
            <a:ext cx="2560320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474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idontime_job.py
Job diário automático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468880"/>
            <a:ext cx="2377440" cy="1097280"/>
          </a:xfrm>
          <a:prstGeom prst="rect">
            <a:avLst/>
          </a:prstGeom>
          <a:solidFill>
            <a:srgbClr val="1D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jogo_score
jogo_socem
jogo_idonics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468880"/>
            <a:ext cx="2103120" cy="10972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JogoScore
FastAPI +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77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886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4BA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937760"/>
            <a:ext cx="292608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4937760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9834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🗓  Windows Task Scheduler
Corre automaticamente todos os dias de manhã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7492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02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</a:rPr>
              <a:t>🛠  Tecnologias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6B7280"/>
                </a:solidFill>
              </a:rPr>
              <a:t>▸  Python · FastAPI · Jinja2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B7280"/>
                </a:solidFill>
              </a:rPr>
              <a:t>▸  SQL Server · pyodbc · pandas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B7280"/>
                </a:solidFill>
              </a:rPr>
              <a:t>▸  Tailwind CSS · HTML5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794760"/>
            <a:ext cx="24688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3822191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🌐  Acesso via browser
http://servidor:8005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764BA2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JogoScore está pronto.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4B5FD"/>
                </a:solidFill>
              </a:rPr>
              <a:t>Um sistema que transforma o dia-a-dia dos colaboradores
num jogo justo, transparente e motivador.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4114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0E7FF"/>
                </a:solidFill>
              </a:rPr>
              <a:t>  ✅  Integração automática com SINEX e IDOntime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0E7FF"/>
                </a:solidFill>
              </a:rPr>
              <a:t>  ✅  Bónus semanal para incentivar consistência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0E7FF"/>
                </a:solidFill>
              </a:rPr>
              <a:t>  ✅  Loja de recompensas com pontos reais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0E7FF"/>
                </a:solidFill>
              </a:rPr>
              <a:t>  ✅  Relatórios e administração completos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